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1"/>
    <p:restoredTop sz="94612"/>
  </p:normalViewPr>
  <p:slideViewPr>
    <p:cSldViewPr snapToGrid="0" snapToObjects="1">
      <p:cViewPr varScale="1">
        <p:scale>
          <a:sx n="108" d="100"/>
          <a:sy n="108" d="100"/>
        </p:scale>
        <p:origin x="678" y="10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D58FC5-9E64-4A26-BDBF-6CD7E549CD31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072E3D-C9ED-41C0-B19F-CE3A3C6E89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99356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6/3/2026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BMSIT&amp;M, CSE                   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3867033" y="-2048688"/>
            <a:ext cx="7029567" cy="66973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6/3/2026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BMSIT&amp;M, CSE                   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2052" name="Picture 4" descr="COMEDK | Karnataka Professional Colleges Foundation | BMS ...">
            <a:extLst>
              <a:ext uri="{FF2B5EF4-FFF2-40B4-BE49-F238E27FC236}">
                <a16:creationId xmlns:a16="http://schemas.microsoft.com/office/drawing/2014/main" id="{E0A92C00-6914-054B-6F6E-831A17F9FF5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7646"/>
            <a:ext cx="1280593" cy="10864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577D0B7-0F8D-5672-357B-1C70F5E296E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r="88830"/>
          <a:stretch>
            <a:fillRect/>
          </a:stretch>
        </p:blipFill>
        <p:spPr>
          <a:xfrm>
            <a:off x="10942103" y="41470"/>
            <a:ext cx="1280593" cy="1267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3142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6/3/2026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BMSIT&amp;M, CSE                   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6/3/2026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BMSIT&amp;M, CSE                   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6/3/2026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BMSIT&amp;M, CSE                   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6/3/2026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BMSIT&amp;M, CSE                   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6/3/2026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BMSIT&amp;M, CSE                   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6/3/2026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BMSIT&amp;M, CSE                   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6/3/2026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BMSIT&amp;M, CSE                   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6/3/2026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BMSIT&amp;M, CSE                   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6/3/2026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BMSIT&amp;M, CSE                   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6/3/2026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BMSIT&amp;M, CSE                   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16927" y="1698208"/>
            <a:ext cx="8887521" cy="880400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</a:t>
            </a:r>
            <a:endParaRPr sz="3200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93469" y="3732357"/>
            <a:ext cx="6190488" cy="2971800"/>
          </a:xfrm>
        </p:spPr>
        <p:txBody>
          <a:bodyPr>
            <a:normAutofit fontScale="32500" lnSpcReduction="20000"/>
          </a:bodyPr>
          <a:lstStyle/>
          <a:p>
            <a:pPr>
              <a:spcBef>
                <a:spcPts val="0"/>
              </a:spcBef>
              <a:buSzPct val="100000"/>
            </a:pPr>
            <a:r>
              <a:rPr lang="en-US" sz="4800" b="1" dirty="0">
                <a:latin typeface="Times New Roman" panose="02020603050405020304" pitchFamily="18" charset="0"/>
                <a:ea typeface="Century Schoolbook"/>
                <a:cs typeface="Times New Roman" panose="02020603050405020304" pitchFamily="18" charset="0"/>
                <a:sym typeface="Century Schoolbook"/>
              </a:rPr>
              <a:t>PROJECT TITLE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908"/>
              </a:spcBef>
              <a:buClr>
                <a:schemeClr val="dk2"/>
              </a:buClr>
              <a:buSzPct val="100000"/>
            </a:pPr>
            <a:endParaRPr lang="en-US" sz="4800" b="1" dirty="0">
              <a:latin typeface="Times New Roman" panose="02020603050405020304" pitchFamily="18" charset="0"/>
              <a:ea typeface="Century Schoolbook"/>
              <a:cs typeface="Times New Roman" panose="02020603050405020304" pitchFamily="18" charset="0"/>
              <a:sym typeface="Century Schoolbook"/>
            </a:endParaRPr>
          </a:p>
          <a:p>
            <a:pPr>
              <a:spcBef>
                <a:spcPts val="776"/>
              </a:spcBef>
              <a:buClr>
                <a:schemeClr val="dk2"/>
              </a:buClr>
              <a:buSzPct val="100000"/>
            </a:pPr>
            <a:r>
              <a:rPr lang="en-US" sz="3700" b="1" dirty="0">
                <a:latin typeface="Times New Roman" panose="02020603050405020304" pitchFamily="18" charset="0"/>
                <a:ea typeface="Century Schoolbook"/>
                <a:cs typeface="Times New Roman" panose="02020603050405020304" pitchFamily="18" charset="0"/>
                <a:sym typeface="Century Schoolbook"/>
              </a:rPr>
              <a:t>Students Names(USN)</a:t>
            </a:r>
            <a:endParaRPr lang="en-US" sz="3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776"/>
              </a:spcBef>
              <a:buClr>
                <a:schemeClr val="dk2"/>
              </a:buClr>
              <a:buSzPct val="100000"/>
            </a:pPr>
            <a:endParaRPr lang="en-US" b="1" dirty="0">
              <a:latin typeface="Times New Roman" panose="02020603050405020304" pitchFamily="18" charset="0"/>
              <a:ea typeface="Century Schoolbook"/>
              <a:cs typeface="Times New Roman" panose="02020603050405020304" pitchFamily="18" charset="0"/>
              <a:sym typeface="Century Schoolbook"/>
            </a:endParaRPr>
          </a:p>
          <a:p>
            <a:pPr>
              <a:spcBef>
                <a:spcPts val="776"/>
              </a:spcBef>
              <a:buClr>
                <a:schemeClr val="dk2"/>
              </a:buClr>
              <a:buSzPct val="100000"/>
            </a:pPr>
            <a:endParaRPr lang="en-US" b="1" dirty="0">
              <a:latin typeface="Times New Roman" panose="02020603050405020304" pitchFamily="18" charset="0"/>
              <a:ea typeface="Century Schoolbook"/>
              <a:cs typeface="Times New Roman" panose="02020603050405020304" pitchFamily="18" charset="0"/>
              <a:sym typeface="Century Schoolbook"/>
            </a:endParaRPr>
          </a:p>
          <a:p>
            <a:pPr>
              <a:spcBef>
                <a:spcPts val="820"/>
              </a:spcBef>
              <a:buClr>
                <a:schemeClr val="dk2"/>
              </a:buClr>
              <a:buSzPct val="100000"/>
            </a:pPr>
            <a:r>
              <a:rPr lang="en-US" sz="3400" b="1" dirty="0">
                <a:latin typeface="Times New Roman" panose="02020603050405020304" pitchFamily="18" charset="0"/>
                <a:ea typeface="Century Schoolbook"/>
                <a:cs typeface="Times New Roman" panose="02020603050405020304" pitchFamily="18" charset="0"/>
                <a:sym typeface="Century Schoolbook"/>
              </a:rPr>
              <a:t>UNDER THE GUIDANCE OF:</a:t>
            </a:r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809"/>
              </a:spcBef>
              <a:buClr>
                <a:schemeClr val="dk2"/>
              </a:buClr>
              <a:buSzPct val="100000"/>
            </a:pPr>
            <a:r>
              <a:rPr lang="en-US" sz="4300" b="1" dirty="0">
                <a:latin typeface="Times New Roman" panose="02020603050405020304" pitchFamily="18" charset="0"/>
                <a:ea typeface="Century Schoolbook"/>
                <a:cs typeface="Times New Roman" panose="02020603050405020304" pitchFamily="18" charset="0"/>
                <a:sym typeface="Century Schoolbook"/>
              </a:rPr>
              <a:t>Guide Name</a:t>
            </a:r>
          </a:p>
          <a:p>
            <a:pPr>
              <a:spcBef>
                <a:spcPts val="809"/>
              </a:spcBef>
              <a:buClr>
                <a:schemeClr val="dk2"/>
              </a:buClr>
              <a:buSzPct val="100000"/>
            </a:pPr>
            <a:r>
              <a:rPr lang="en-US" sz="4300" b="1" dirty="0">
                <a:latin typeface="Times New Roman" panose="02020603050405020304" pitchFamily="18" charset="0"/>
                <a:ea typeface="Century Schoolbook"/>
                <a:cs typeface="Times New Roman" panose="02020603050405020304" pitchFamily="18" charset="0"/>
                <a:sym typeface="Century Schoolbook"/>
              </a:rPr>
              <a:t>Designation</a:t>
            </a:r>
          </a:p>
          <a:p>
            <a:pPr>
              <a:spcBef>
                <a:spcPts val="809"/>
              </a:spcBef>
              <a:buClr>
                <a:schemeClr val="dk2"/>
              </a:buClr>
              <a:buSzPct val="100000"/>
            </a:pPr>
            <a:r>
              <a:rPr lang="en-US" sz="3100" b="1" dirty="0">
                <a:latin typeface="Times New Roman" panose="02020603050405020304" pitchFamily="18" charset="0"/>
                <a:ea typeface="Century Schoolbook"/>
                <a:cs typeface="Times New Roman" panose="02020603050405020304" pitchFamily="18" charset="0"/>
                <a:sym typeface="Century Schoolbook"/>
              </a:rPr>
              <a:t>DEPT. OF CSE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809"/>
              </a:spcBef>
              <a:buClr>
                <a:schemeClr val="dk2"/>
              </a:buClr>
              <a:buSzPct val="100000"/>
            </a:pPr>
            <a:r>
              <a:rPr lang="en-US" sz="3100" b="1" dirty="0">
                <a:latin typeface="Times New Roman" panose="02020603050405020304" pitchFamily="18" charset="0"/>
                <a:ea typeface="Century Schoolbook"/>
                <a:cs typeface="Times New Roman" panose="02020603050405020304" pitchFamily="18" charset="0"/>
                <a:sym typeface="Century Schoolbook"/>
              </a:rPr>
              <a:t>BMSIT&amp;M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809"/>
              </a:spcBef>
              <a:buClr>
                <a:schemeClr val="dk2"/>
              </a:buClr>
              <a:buSzPct val="100000"/>
            </a:pPr>
            <a:r>
              <a:rPr lang="en-US" sz="3100" b="1" dirty="0" smtClean="0">
                <a:latin typeface="Times New Roman" panose="02020603050405020304" pitchFamily="18" charset="0"/>
                <a:ea typeface="Century Schoolbook"/>
                <a:cs typeface="Times New Roman" panose="02020603050405020304" pitchFamily="18" charset="0"/>
                <a:sym typeface="Century Schoolbook"/>
              </a:rPr>
              <a:t>2026-27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dirty="0"/>
          </a:p>
        </p:txBody>
      </p:sp>
      <p:pic>
        <p:nvPicPr>
          <p:cNvPr id="1028" name="Picture 4" descr="logo">
            <a:extLst>
              <a:ext uri="{FF2B5EF4-FFF2-40B4-BE49-F238E27FC236}">
                <a16:creationId xmlns:a16="http://schemas.microsoft.com/office/drawing/2014/main" id="{3E1624B9-242F-355A-EE27-143D87BDAC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010" y="-16064"/>
            <a:ext cx="9012936" cy="2014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45F9DE8D-BEDA-78E6-1063-A5D3E745CFDB}"/>
              </a:ext>
            </a:extLst>
          </p:cNvPr>
          <p:cNvSpPr txBox="1">
            <a:spLocks/>
          </p:cNvSpPr>
          <p:nvPr/>
        </p:nvSpPr>
        <p:spPr>
          <a:xfrm>
            <a:off x="2743546" y="2716554"/>
            <a:ext cx="6629400" cy="88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28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 </a:t>
            </a:r>
            <a:r>
              <a:rPr lang="en-US" sz="2800" b="1" dirty="0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</a:t>
            </a:r>
            <a:r>
              <a:rPr lang="en-US" sz="2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Review </a:t>
            </a:r>
            <a:r>
              <a:rPr lang="en-US" sz="2800" b="1" dirty="0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</a:p>
          <a:p>
            <a:r>
              <a:rPr lang="en-US" sz="2800" b="1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 </a:t>
            </a:r>
            <a:r>
              <a:rPr lang="en-US" sz="2800" b="1" dirty="0" err="1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Sem</a:t>
            </a:r>
            <a:r>
              <a:rPr lang="en-US" sz="2800" b="1" dirty="0" smtClean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(BCS506)</a:t>
            </a:r>
          </a:p>
          <a:p>
            <a:endParaRPr lang="en-US" sz="28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CD92D58-DEFF-AD49-E9A6-3F6683070D9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88830"/>
          <a:stretch>
            <a:fillRect/>
          </a:stretch>
        </p:blipFill>
        <p:spPr>
          <a:xfrm>
            <a:off x="10394471" y="118194"/>
            <a:ext cx="1596807" cy="158001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2">
                <a:lumMod val="50000"/>
              </a:schemeClr>
            </a:solidFill>
          </a:ln>
        </p:spPr>
        <p:txBody>
          <a:bodyPr>
            <a:normAutofit fontScale="90000"/>
          </a:bodyPr>
          <a:lstStyle/>
          <a:p>
            <a:r>
              <a:rPr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4443" y="1086416"/>
            <a:ext cx="11733291" cy="569103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4400" b="1" dirty="0" smtClean="0"/>
              <a:t>CONTENTS</a:t>
            </a: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924D67-2A6E-AFE7-E2CB-5FCFC8042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6/3/2026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686765-11AC-DBC6-7EC6-F18C80C9B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BMSIT&amp;M, CSE                   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8510E2-0DDE-FD8C-4D14-B15788DD4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14534" y="1883801"/>
            <a:ext cx="11374314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48000" lvl="2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1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2400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48000" lvl="2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1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2400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48000" lvl="2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1" spc="-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648000" lvl="2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1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endParaRPr lang="en-IN" sz="2400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48000" lvl="2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1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 </a:t>
            </a:r>
            <a:endParaRPr lang="en-IN" sz="2400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48000" lvl="2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1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</a:t>
            </a:r>
            <a:endParaRPr lang="en-IN" sz="2400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48000" lvl="2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1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</a:t>
            </a:r>
            <a:endParaRPr lang="en-IN" sz="2400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48000" lvl="2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1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Technologies System Requirement Specifications </a:t>
            </a:r>
            <a:endParaRPr lang="en-IN" sz="2400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48000" lvl="2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1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Outcome of the project</a:t>
            </a:r>
            <a:endParaRPr lang="en-IN" sz="2400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48000" lvl="2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1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of the </a:t>
            </a:r>
            <a:r>
              <a:rPr lang="en-US" sz="2400" b="1" spc="-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</a:t>
            </a:r>
          </a:p>
          <a:p>
            <a:pPr marL="648000" lvl="2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400" b="1" dirty="0"/>
              <a:t>SDG</a:t>
            </a:r>
            <a:r>
              <a:rPr lang="en-IN" sz="2400" dirty="0"/>
              <a:t> (</a:t>
            </a:r>
            <a:r>
              <a:rPr lang="en-IN" sz="2400" b="1" dirty="0"/>
              <a:t>Sustainable Development Goal)</a:t>
            </a:r>
          </a:p>
          <a:p>
            <a:pPr marL="648000" lvl="2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1" spc="-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 </a:t>
            </a:r>
            <a:endParaRPr lang="en-IN" sz="2400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48000" lvl="2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1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 : (IEEE format)</a:t>
            </a:r>
            <a:endParaRPr lang="en-IN" sz="2400" spc="-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186</TotalTime>
  <Words>82</Words>
  <Application>Microsoft Office PowerPoint</Application>
  <PresentationFormat>Widescreen</PresentationFormat>
  <Paragraphs>33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0" baseType="lpstr">
      <vt:lpstr>Aptos</vt:lpstr>
      <vt:lpstr>Arial</vt:lpstr>
      <vt:lpstr>Calibri</vt:lpstr>
      <vt:lpstr>Cambria</vt:lpstr>
      <vt:lpstr>Century Schoolbook</vt:lpstr>
      <vt:lpstr>Times New Roman</vt:lpstr>
      <vt:lpstr>Wingdings</vt:lpstr>
      <vt:lpstr>Office Theme</vt:lpstr>
      <vt:lpstr>Department of Computer Science and Engineering</vt:lpstr>
      <vt:lpstr>Problem Statement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Science and Engineering</dc:title>
  <dc:subject/>
  <dc:creator>Mr.Rajes</dc:creator>
  <cp:keywords/>
  <dc:description>generated using python-pptx</dc:description>
  <cp:lastModifiedBy>BMSIT</cp:lastModifiedBy>
  <cp:revision>16</cp:revision>
  <dcterms:created xsi:type="dcterms:W3CDTF">2013-01-27T09:14:16Z</dcterms:created>
  <dcterms:modified xsi:type="dcterms:W3CDTF">2026-09-29T09:20:07Z</dcterms:modified>
  <cp:category/>
</cp:coreProperties>
</file>